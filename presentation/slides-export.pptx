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PRAHARI means "guardian" in Hindi — and that's exactly what this system is:
a guardian against corruption, bias, and inefficiency in government procurement.
We built a full-stack, production-ready system that replaces a months-long
manual process with a 9-stage AI pipeline that delivers auditable verdicts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just say "procurement is slow." Show that the status quo has a body count —
CRPF personnel waiting months for bullet-resistant jackets because an evaluator
forgot to check one criterion in a 200-page bid. That's the urgency.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non-disqualification guarantee. This is the trust bridge.
Officers won't adopt AI if it can wrongly reject a legitimate bidder.
We designed around that fear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real bidder as an example — Kavach Armour Solutions (from our demo).
"Gemini reads their 50-page qualification document, finds the CA-certified turnover
on page 12, extracts INR 18.48 crore, compares to the threshold of 10 crore,
returns Eligible with 94% confidence, and links to the exact page in the PDF.
Total time: 8 seconds."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PDF highlighting is the wow moment. Click a verdict → the PDF opens on the
exact page with the relevant text highlighted in amber. That's what makes
the system feel trustworthy — you can see WHY the AI said what it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we didn't just "add AI to procurement." We redesigned the workflow
around AI capabilities — evidence citation, confidence thresholds, collusion graphs —
while keeping the human officer as the final authority. That's the right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made architecture choices that matter in production.
QA sessions in Postgres means if the server crashes mid-conversation,
the officer doesn't lose their session. Docker multi-stage build means
the production image is half the size of a naive build.
These aren't demo shortcuts — these are production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98% time reduction sounds unrealistic. Walk them through the math:
currently 5 evaluators × 60 days × 8 hrs = 2400 hrs per major tender.
PRAHARI runs the AI in minutes; human review of borderline cases takes a day.
The real ROI is not just speed — it's the collusion and forgery detection
that the current process simply cannot do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makes senior officials sit up.
Corrupt officers can't set up a rigged tender if the AI flags it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documented 10 known scalability issues in SCALABILITY_ISSUES.md with
root causes and mitigations — because honest engineering means knowing
what you haven't solved yet, not pretending it's all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human framing, not the tech framing.
The technology is a means. The goal is an officer who can evaluate
50 bids in a day instead of 50 days — and prove every decision is clean.
That's PRAHARI.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— AI-Powered Tender Intelligence Platform</dc:title>
  <dc:subject>PptxGenJS Presentation</dc:subject>
  <dc:creator>PRAHARI Team</dc:creator>
  <cp:lastModifiedBy>PRAHARI Team</cp:lastModifiedBy>
  <cp:revision>1</cp:revision>
  <dcterms:created xsi:type="dcterms:W3CDTF">2026-05-07T09:38:48Z</dcterms:created>
  <dcterms:modified xsi:type="dcterms:W3CDTF">2026-05-07T09:38:48Z</dcterms:modified>
</cp:coreProperties>
</file>